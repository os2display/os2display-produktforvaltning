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916751"/>
            <a:ext cx="11291888" cy="684907"/>
          </a:xfrm>
          <a:prstGeom prst="rect">
            <a:avLst/>
          </a:prstGeom>
          <a:noFill/>
          <a:ln/>
        </p:spPr>
        <p:txBody>
          <a:bodyPr wrap="square" lIns="0" tIns="0" rIns="0" bIns="13258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480" b="1" dirty="0">
                <a:solidFill>
                  <a:srgbClr val="2244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slide deck</a:t>
            </a:r>
            <a:endParaRPr lang="en-US" sz="3480" dirty="0"/>
          </a:p>
        </p:txBody>
      </p:sp>
      <p:sp>
        <p:nvSpPr>
          <p:cNvPr id="3" name="Text 1"/>
          <p:cNvSpPr/>
          <p:nvPr/>
        </p:nvSpPr>
        <p:spPr>
          <a:xfrm>
            <a:off x="747713" y="1740247"/>
            <a:ext cx="10696575" cy="1547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writing!</a:t>
            </a:r>
            <a:pPr algn="l" indent="0" marL="0">
              <a:lnSpc>
                <a:spcPct val="130000"/>
              </a:lnSpc>
              <a:buNone/>
            </a:pPr>
            <a:endParaRPr lang="en-US" sz="21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Velkommen til</a:t>
            </a:r>
            <a:pPr algn="l" indent="0" marL="0">
              <a:lnSpc>
                <a:spcPct val="130000"/>
              </a:lnSpc>
              <a:buNone/>
            </a:pPr>
            <a:endParaRPr lang="en-US" sz="21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Jeg hedder Agnete Moos og er ansat i Sønderborg kommune.</a:t>
            </a:r>
            <a:endParaRPr lang="en-US" sz="2175" dirty="0"/>
          </a:p>
        </p:txBody>
      </p:sp>
      <p:sp>
        <p:nvSpPr>
          <p:cNvPr id="4" name="Text 2"/>
          <p:cNvSpPr/>
          <p:nvPr/>
        </p:nvSpPr>
        <p:spPr>
          <a:xfrm>
            <a:off x="747713" y="3440460"/>
            <a:ext cx="1069657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Ujævnt møde - der er noget for leverandører, udviklere og teknikere.</a:t>
            </a:r>
            <a:pPr algn="l" indent="0" marL="0">
              <a:lnSpc>
                <a:spcPct val="125000"/>
              </a:lnSpc>
              <a:buNone/>
            </a:pPr>
            <a:endParaRPr lang="en-US" sz="2175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Så er der teknikere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747713" y="4421535"/>
            <a:ext cx="1069657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3 :</a:t>
            </a:r>
            <a:pPr algn="l" indent="0" marL="0">
              <a:lnSpc>
                <a:spcPct val="125000"/>
              </a:lnSpc>
              <a:buNone/>
            </a:pPr>
            <a:endParaRPr lang="en-US" sz="2175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Tigerspring fremad i teknisk modenhed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747713" y="5402610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Installationspakke vedligeholdt af produktfællessakbet</a:t>
            </a:r>
            <a:endParaRPr lang="en-US" sz="21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2026-10-19T11:16:39Z</dcterms:created>
  <dcterms:modified xsi:type="dcterms:W3CDTF">2026-10-19T11:16:39Z</dcterms:modified>
</cp:coreProperties>
</file>